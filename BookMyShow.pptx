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46018C-800D-4043-970C-8A93185F98E7}" type="datetimeFigureOut">
              <a:rPr lang="en-IN" smtClean="0"/>
              <a:t>02-03-2023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CCFC2-8CF7-466B-9F13-9F2276E9CD0C}" type="slidenum">
              <a:rPr lang="en-IN" smtClean="0"/>
              <a:t>‹#›</a:t>
            </a:fld>
            <a:endParaRPr lang="en-IN"/>
          </a:p>
        </p:txBody>
      </p:sp>
    </p:spTree>
    <p:extLst>
      <p:ext uri="{BB962C8B-B14F-4D97-AF65-F5344CB8AC3E}">
        <p14:creationId xmlns:p14="http://schemas.microsoft.com/office/powerpoint/2010/main" val="1732754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4C11B522-2891-4B9F-9F61-A571EDD0C6D5}"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72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spTree>
    <p:extLst>
      <p:ext uri="{BB962C8B-B14F-4D97-AF65-F5344CB8AC3E}">
        <p14:creationId xmlns:p14="http://schemas.microsoft.com/office/powerpoint/2010/main" val="216702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4883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4B93ED-C0B2-4B37-B5AE-C6BE1CDDE382}" type="datetimeFigureOut">
              <a:rPr lang="en-IN" smtClean="0"/>
              <a:t>02-03-2023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11B522-2891-4B9F-9F61-A571EDD0C6D5}" type="slidenum">
              <a:rPr lang="en-IN" smtClean="0"/>
              <a:t>‹#›</a:t>
            </a:fld>
            <a:endParaRPr lang="en-IN"/>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053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4B93ED-C0B2-4B37-B5AE-C6BE1CDDE382}" type="datetimeFigureOut">
              <a:rPr lang="en-IN" smtClean="0"/>
              <a:t>02-03-2023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11B522-2891-4B9F-9F61-A571EDD0C6D5}"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286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4B93ED-C0B2-4B37-B5AE-C6BE1CDDE382}" type="datetimeFigureOut">
              <a:rPr lang="en-IN" smtClean="0"/>
              <a:t>02-03-2023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11B522-2891-4B9F-9F61-A571EDD0C6D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524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4B93ED-C0B2-4B37-B5AE-C6BE1CDDE382}" type="datetimeFigureOut">
              <a:rPr lang="en-IN" smtClean="0"/>
              <a:t>02-03-2023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11B522-2891-4B9F-9F61-A571EDD0C6D5}" type="slidenum">
              <a:rPr lang="en-IN" smtClean="0"/>
              <a:t>‹#›</a:t>
            </a:fld>
            <a:endParaRPr lang="en-IN"/>
          </a:p>
        </p:txBody>
      </p:sp>
    </p:spTree>
    <p:extLst>
      <p:ext uri="{BB962C8B-B14F-4D97-AF65-F5344CB8AC3E}">
        <p14:creationId xmlns:p14="http://schemas.microsoft.com/office/powerpoint/2010/main" val="2539119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4B93ED-C0B2-4B37-B5AE-C6BE1CDDE382}" type="datetimeFigureOut">
              <a:rPr lang="en-IN" smtClean="0"/>
              <a:t>02-03-2023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11B522-2891-4B9F-9F61-A571EDD0C6D5}"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910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4B93ED-C0B2-4B37-B5AE-C6BE1CDDE382}" type="datetimeFigureOut">
              <a:rPr lang="en-IN" smtClean="0"/>
              <a:t>02-03-2023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11B522-2891-4B9F-9F61-A571EDD0C6D5}" type="slidenum">
              <a:rPr lang="en-IN" smtClean="0"/>
              <a:t>‹#›</a:t>
            </a:fld>
            <a:endParaRPr lang="en-IN"/>
          </a:p>
        </p:txBody>
      </p:sp>
    </p:spTree>
    <p:extLst>
      <p:ext uri="{BB962C8B-B14F-4D97-AF65-F5344CB8AC3E}">
        <p14:creationId xmlns:p14="http://schemas.microsoft.com/office/powerpoint/2010/main" val="85416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4B93ED-C0B2-4B37-B5AE-C6BE1CDDE382}" type="datetimeFigureOut">
              <a:rPr lang="en-IN" smtClean="0"/>
              <a:t>02-03-2023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11B522-2891-4B9F-9F61-A571EDD0C6D5}" type="slidenum">
              <a:rPr lang="en-IN" smtClean="0"/>
              <a:t>‹#›</a:t>
            </a:fld>
            <a:endParaRPr lang="en-IN"/>
          </a:p>
        </p:txBody>
      </p:sp>
    </p:spTree>
    <p:extLst>
      <p:ext uri="{BB962C8B-B14F-4D97-AF65-F5344CB8AC3E}">
        <p14:creationId xmlns:p14="http://schemas.microsoft.com/office/powerpoint/2010/main" val="1668739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2828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081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spTree>
    <p:extLst>
      <p:ext uri="{BB962C8B-B14F-4D97-AF65-F5344CB8AC3E}">
        <p14:creationId xmlns:p14="http://schemas.microsoft.com/office/powerpoint/2010/main" val="47718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3307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5717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2397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4B93ED-C0B2-4B37-B5AE-C6BE1CDDE382}" type="datetimeFigureOut">
              <a:rPr lang="en-IN" smtClean="0"/>
              <a:t>02-03-2023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11B522-2891-4B9F-9F61-A571EDD0C6D5}"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0506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94B93ED-C0B2-4B37-B5AE-C6BE1CDDE382}" type="datetimeFigureOut">
              <a:rPr lang="en-IN" smtClean="0"/>
              <a:t>02-03-2023</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C11B522-2891-4B9F-9F61-A571EDD0C6D5}" type="slidenum">
              <a:rPr lang="en-IN" smtClean="0"/>
              <a:t>‹#›</a:t>
            </a:fld>
            <a:endParaRPr lang="en-IN"/>
          </a:p>
        </p:txBody>
      </p:sp>
    </p:spTree>
    <p:extLst>
      <p:ext uri="{BB962C8B-B14F-4D97-AF65-F5344CB8AC3E}">
        <p14:creationId xmlns:p14="http://schemas.microsoft.com/office/powerpoint/2010/main" val="92632176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saad3052.github.io/Saad3052-Clone-BookMyShow-Homepage-in-Dark-Mode-using-Html-CS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F10C4-E9C3-CC2E-A303-8478A68AC5AB}"/>
              </a:ext>
            </a:extLst>
          </p:cNvPr>
          <p:cNvSpPr>
            <a:spLocks noGrp="1"/>
          </p:cNvSpPr>
          <p:nvPr>
            <p:ph type="ctrTitle"/>
          </p:nvPr>
        </p:nvSpPr>
        <p:spPr/>
        <p:txBody>
          <a:bodyPr/>
          <a:lstStyle/>
          <a:p>
            <a:r>
              <a:rPr lang="en-US" dirty="0"/>
              <a:t>Moh Saad Mulla</a:t>
            </a:r>
            <a:endParaRPr lang="en-IN" dirty="0"/>
          </a:p>
        </p:txBody>
      </p:sp>
      <p:sp>
        <p:nvSpPr>
          <p:cNvPr id="3" name="Subtitle 2">
            <a:extLst>
              <a:ext uri="{FF2B5EF4-FFF2-40B4-BE49-F238E27FC236}">
                <a16:creationId xmlns:a16="http://schemas.microsoft.com/office/drawing/2014/main" id="{92359D83-872A-566A-EAA9-1E7F1A624AFB}"/>
              </a:ext>
            </a:extLst>
          </p:cNvPr>
          <p:cNvSpPr>
            <a:spLocks noGrp="1"/>
          </p:cNvSpPr>
          <p:nvPr>
            <p:ph type="subTitle" idx="1"/>
          </p:nvPr>
        </p:nvSpPr>
        <p:spPr/>
        <p:txBody>
          <a:bodyPr>
            <a:normAutofit fontScale="92500"/>
          </a:bodyPr>
          <a:lstStyle/>
          <a:p>
            <a:r>
              <a:rPr lang="en-US" sz="2800" dirty="0"/>
              <a:t>College : </a:t>
            </a:r>
            <a:r>
              <a:rPr lang="en-US" sz="2200" b="0" i="0" dirty="0">
                <a:solidFill>
                  <a:srgbClr val="202124"/>
                </a:solidFill>
                <a:effectLst/>
                <a:latin typeface="Garamond (Body)"/>
              </a:rPr>
              <a:t>DKTE Society's Textile &amp; Engineering Institute</a:t>
            </a:r>
            <a:endParaRPr lang="en-US" sz="2200" dirty="0">
              <a:latin typeface="Garamond (Body)"/>
            </a:endParaRPr>
          </a:p>
          <a:p>
            <a:r>
              <a:rPr lang="en-US" sz="2800" dirty="0"/>
              <a:t>Project: Clone BookMyShow.com in Dark Mode</a:t>
            </a:r>
            <a:endParaRPr lang="en-IN" sz="2800" dirty="0"/>
          </a:p>
        </p:txBody>
      </p:sp>
    </p:spTree>
    <p:extLst>
      <p:ext uri="{BB962C8B-B14F-4D97-AF65-F5344CB8AC3E}">
        <p14:creationId xmlns:p14="http://schemas.microsoft.com/office/powerpoint/2010/main" val="3975694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C2DC5C-8FAA-1C29-3F56-DD54ACABD03B}"/>
              </a:ext>
            </a:extLst>
          </p:cNvPr>
          <p:cNvSpPr txBox="1"/>
          <p:nvPr/>
        </p:nvSpPr>
        <p:spPr>
          <a:xfrm>
            <a:off x="1748118" y="923365"/>
            <a:ext cx="8839200" cy="4401205"/>
          </a:xfrm>
          <a:prstGeom prst="rect">
            <a:avLst/>
          </a:prstGeom>
          <a:noFill/>
        </p:spPr>
        <p:txBody>
          <a:bodyPr wrap="square">
            <a:spAutoFit/>
          </a:bodyPr>
          <a:lstStyle/>
          <a:p>
            <a:pPr algn="ctr"/>
            <a:r>
              <a:rPr lang="en-US" sz="7000" dirty="0"/>
              <a:t>Clone BookMyShow.com Homepage in Dark Mode using Html &amp; CSS</a:t>
            </a:r>
            <a:endParaRPr lang="en-IN" sz="7000" dirty="0"/>
          </a:p>
        </p:txBody>
      </p:sp>
    </p:spTree>
    <p:extLst>
      <p:ext uri="{BB962C8B-B14F-4D97-AF65-F5344CB8AC3E}">
        <p14:creationId xmlns:p14="http://schemas.microsoft.com/office/powerpoint/2010/main" val="2499575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4B3C-1939-1B3A-BEB5-B16A516AA94D}"/>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21343050-159E-CAD9-334F-92CF0650CC0B}"/>
              </a:ext>
            </a:extLst>
          </p:cNvPr>
          <p:cNvSpPr>
            <a:spLocks noGrp="1"/>
          </p:cNvSpPr>
          <p:nvPr>
            <p:ph idx="1"/>
          </p:nvPr>
        </p:nvSpPr>
        <p:spPr/>
        <p:txBody>
          <a:bodyPr>
            <a:normAutofit lnSpcReduction="10000"/>
          </a:bodyPr>
          <a:lstStyle/>
          <a:p>
            <a:r>
              <a:rPr lang="en-US" dirty="0"/>
              <a:t>Problem Statement</a:t>
            </a:r>
          </a:p>
          <a:p>
            <a:r>
              <a:rPr lang="en-US" dirty="0"/>
              <a:t>Project Overview</a:t>
            </a:r>
          </a:p>
          <a:p>
            <a:r>
              <a:rPr lang="en-US" dirty="0"/>
              <a:t>Who are the End Users?</a:t>
            </a:r>
          </a:p>
          <a:p>
            <a:r>
              <a:rPr lang="en-US" dirty="0"/>
              <a:t>Your Solution and its value proposition</a:t>
            </a:r>
          </a:p>
          <a:p>
            <a:r>
              <a:rPr lang="en-US" dirty="0"/>
              <a:t>The wow in your solution</a:t>
            </a:r>
          </a:p>
          <a:p>
            <a:r>
              <a:rPr lang="en-US" dirty="0"/>
              <a:t>Modeling</a:t>
            </a:r>
          </a:p>
          <a:p>
            <a:r>
              <a:rPr lang="en-US"/>
              <a:t>Result</a:t>
            </a:r>
            <a:endParaRPr lang="en-IN" dirty="0"/>
          </a:p>
        </p:txBody>
      </p:sp>
    </p:spTree>
    <p:extLst>
      <p:ext uri="{BB962C8B-B14F-4D97-AF65-F5344CB8AC3E}">
        <p14:creationId xmlns:p14="http://schemas.microsoft.com/office/powerpoint/2010/main" val="2240777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42CC-3035-486F-E650-379DABDB0274}"/>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DF7836D6-B31E-A78C-0484-B046DAE1E40E}"/>
              </a:ext>
            </a:extLst>
          </p:cNvPr>
          <p:cNvSpPr>
            <a:spLocks noGrp="1"/>
          </p:cNvSpPr>
          <p:nvPr>
            <p:ph idx="1"/>
          </p:nvPr>
        </p:nvSpPr>
        <p:spPr/>
        <p:txBody>
          <a:bodyPr/>
          <a:lstStyle/>
          <a:p>
            <a:r>
              <a:rPr lang="en-US" dirty="0"/>
              <a:t>BookMyshow.com is an online booking platform for movies, shows, Live Events, Outdoor events, etc.</a:t>
            </a:r>
          </a:p>
          <a:p>
            <a:r>
              <a:rPr lang="en-US" dirty="0"/>
              <a:t>The BookMyshow.com is available in just light mode. Some users are preferring dark mode as it has less eye problems.</a:t>
            </a:r>
            <a:r>
              <a:rPr lang="en-IN" dirty="0"/>
              <a:t> But website is just available in the light mode which can cost them in terms of losing the client.</a:t>
            </a:r>
            <a:endParaRPr lang="en-US" dirty="0"/>
          </a:p>
        </p:txBody>
      </p:sp>
    </p:spTree>
    <p:extLst>
      <p:ext uri="{BB962C8B-B14F-4D97-AF65-F5344CB8AC3E}">
        <p14:creationId xmlns:p14="http://schemas.microsoft.com/office/powerpoint/2010/main" val="425228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41A56-C4B5-BF29-1E11-1DC277DEC6B0}"/>
              </a:ext>
            </a:extLst>
          </p:cNvPr>
          <p:cNvSpPr>
            <a:spLocks noGrp="1"/>
          </p:cNvSpPr>
          <p:nvPr>
            <p:ph type="title"/>
          </p:nvPr>
        </p:nvSpPr>
        <p:spPr/>
        <p:txBody>
          <a:bodyPr/>
          <a:lstStyle/>
          <a:p>
            <a:r>
              <a:rPr lang="en-US" dirty="0"/>
              <a:t>Project Overview</a:t>
            </a:r>
            <a:endParaRPr lang="en-IN" dirty="0"/>
          </a:p>
        </p:txBody>
      </p:sp>
      <p:sp>
        <p:nvSpPr>
          <p:cNvPr id="3" name="Content Placeholder 2">
            <a:extLst>
              <a:ext uri="{FF2B5EF4-FFF2-40B4-BE49-F238E27FC236}">
                <a16:creationId xmlns:a16="http://schemas.microsoft.com/office/drawing/2014/main" id="{5CE178C2-CD5C-8190-02F4-BBC57F99F98E}"/>
              </a:ext>
            </a:extLst>
          </p:cNvPr>
          <p:cNvSpPr>
            <a:spLocks noGrp="1"/>
          </p:cNvSpPr>
          <p:nvPr>
            <p:ph idx="1"/>
          </p:nvPr>
        </p:nvSpPr>
        <p:spPr/>
        <p:txBody>
          <a:bodyPr>
            <a:normAutofit fontScale="85000" lnSpcReduction="10000"/>
          </a:bodyPr>
          <a:lstStyle/>
          <a:p>
            <a:r>
              <a:rPr lang="en-US" b="0" i="0" dirty="0">
                <a:solidFill>
                  <a:schemeClr val="tx1"/>
                </a:solidFill>
                <a:effectLst/>
                <a:latin typeface="Garamond (Body)"/>
              </a:rPr>
              <a:t>Design and User Experience: Once the planning and requirements gathering are completed, the next step is to create a design that is visually appealing and user-friendly.</a:t>
            </a:r>
            <a:r>
              <a:rPr lang="en-US" b="0" i="0" dirty="0">
                <a:solidFill>
                  <a:srgbClr val="374151"/>
                </a:solidFill>
                <a:effectLst/>
                <a:latin typeface="Söhne"/>
              </a:rPr>
              <a:t> </a:t>
            </a:r>
            <a:r>
              <a:rPr lang="en-US" b="0" i="0" dirty="0">
                <a:solidFill>
                  <a:schemeClr val="tx1"/>
                </a:solidFill>
                <a:effectLst/>
                <a:latin typeface="Garamond (Body)"/>
              </a:rPr>
              <a:t>This includes creating wireframes, mockups, and prototypes to test the design and user experience.</a:t>
            </a:r>
          </a:p>
          <a:p>
            <a:r>
              <a:rPr lang="en-US" b="0" i="0" dirty="0">
                <a:solidFill>
                  <a:schemeClr val="tx1"/>
                </a:solidFill>
                <a:effectLst/>
                <a:latin typeface="Garamond (Body)"/>
              </a:rPr>
              <a:t>Front-end Development: The front-end development involves translating the design into code using HTML, CSS, and JavaScript. This creates the user interface and enables user interaction with the website. </a:t>
            </a:r>
            <a:endParaRPr lang="en-US" dirty="0">
              <a:solidFill>
                <a:schemeClr val="tx1"/>
              </a:solidFill>
              <a:latin typeface="Garamond (Body)"/>
            </a:endParaRPr>
          </a:p>
          <a:p>
            <a:r>
              <a:rPr lang="en-US" b="0" i="0" dirty="0">
                <a:solidFill>
                  <a:schemeClr val="tx1"/>
                </a:solidFill>
                <a:effectLst/>
                <a:latin typeface="Garamond (Body)"/>
              </a:rPr>
              <a:t>Add the toggle button to the header part to switch from light mode to dark mode and vice-versa</a:t>
            </a:r>
          </a:p>
          <a:p>
            <a:pPr marL="0" indent="0">
              <a:buNone/>
            </a:pPr>
            <a:br>
              <a:rPr lang="en-US" dirty="0"/>
            </a:br>
            <a:endParaRPr lang="en-IN" dirty="0">
              <a:solidFill>
                <a:schemeClr val="tx1"/>
              </a:solidFill>
              <a:latin typeface="Garamond (Body)"/>
            </a:endParaRPr>
          </a:p>
        </p:txBody>
      </p:sp>
    </p:spTree>
    <p:extLst>
      <p:ext uri="{BB962C8B-B14F-4D97-AF65-F5344CB8AC3E}">
        <p14:creationId xmlns:p14="http://schemas.microsoft.com/office/powerpoint/2010/main" val="3273105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CC6E0-EFD3-5545-DDAA-FA353392A80D}"/>
              </a:ext>
            </a:extLst>
          </p:cNvPr>
          <p:cNvSpPr>
            <a:spLocks noGrp="1"/>
          </p:cNvSpPr>
          <p:nvPr>
            <p:ph type="title"/>
          </p:nvPr>
        </p:nvSpPr>
        <p:spPr/>
        <p:txBody>
          <a:bodyPr/>
          <a:lstStyle/>
          <a:p>
            <a:r>
              <a:rPr lang="en-US" dirty="0"/>
              <a:t>Who are the End Users?</a:t>
            </a:r>
            <a:endParaRPr lang="en-IN" dirty="0"/>
          </a:p>
        </p:txBody>
      </p:sp>
      <p:sp>
        <p:nvSpPr>
          <p:cNvPr id="3" name="Content Placeholder 2">
            <a:extLst>
              <a:ext uri="{FF2B5EF4-FFF2-40B4-BE49-F238E27FC236}">
                <a16:creationId xmlns:a16="http://schemas.microsoft.com/office/drawing/2014/main" id="{E0AB7B3B-70A9-1335-B172-95529B591436}"/>
              </a:ext>
            </a:extLst>
          </p:cNvPr>
          <p:cNvSpPr>
            <a:spLocks noGrp="1"/>
          </p:cNvSpPr>
          <p:nvPr>
            <p:ph idx="1"/>
          </p:nvPr>
        </p:nvSpPr>
        <p:spPr/>
        <p:txBody>
          <a:bodyPr>
            <a:normAutofit/>
          </a:bodyPr>
          <a:lstStyle/>
          <a:p>
            <a:r>
              <a:rPr lang="en-US" b="0" i="0" dirty="0">
                <a:solidFill>
                  <a:schemeClr val="tx1"/>
                </a:solidFill>
                <a:effectLst/>
                <a:latin typeface="Garamond (Body)"/>
              </a:rPr>
              <a:t>The end-users of BookMyShow.com are people who want to book tickets for various forms of entertainment such as movies, events, sports, plays, and more. These individuals could be of any age, gender, or demographic, with varying interests in terms of the type of entertainment they want to attend.</a:t>
            </a:r>
          </a:p>
          <a:p>
            <a:r>
              <a:rPr lang="en-US" b="0" i="0" dirty="0">
                <a:solidFill>
                  <a:schemeClr val="tx1"/>
                </a:solidFill>
                <a:effectLst/>
                <a:latin typeface="Garamond (Body)"/>
              </a:rPr>
              <a:t>In addition to individual users, BookMyShow.com also serves corporate clients who may want to book tickets for their employees or organize events and conferences. The platform offers specialized features for these clients, such as bulk booking options and customized packages.</a:t>
            </a:r>
            <a:endParaRPr lang="en-IN" dirty="0">
              <a:solidFill>
                <a:schemeClr val="tx1"/>
              </a:solidFill>
              <a:latin typeface="Garamond (Body)"/>
            </a:endParaRPr>
          </a:p>
        </p:txBody>
      </p:sp>
    </p:spTree>
    <p:extLst>
      <p:ext uri="{BB962C8B-B14F-4D97-AF65-F5344CB8AC3E}">
        <p14:creationId xmlns:p14="http://schemas.microsoft.com/office/powerpoint/2010/main" val="3846758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E873-8F03-A9F0-2479-1D73612CA5A7}"/>
              </a:ext>
            </a:extLst>
          </p:cNvPr>
          <p:cNvSpPr>
            <a:spLocks noGrp="1"/>
          </p:cNvSpPr>
          <p:nvPr>
            <p:ph type="title"/>
          </p:nvPr>
        </p:nvSpPr>
        <p:spPr/>
        <p:txBody>
          <a:bodyPr/>
          <a:lstStyle/>
          <a:p>
            <a:r>
              <a:rPr lang="en-US" dirty="0"/>
              <a:t>Your Solution and its value proposition</a:t>
            </a:r>
            <a:endParaRPr lang="en-IN" dirty="0"/>
          </a:p>
        </p:txBody>
      </p:sp>
      <p:sp>
        <p:nvSpPr>
          <p:cNvPr id="3" name="Content Placeholder 2">
            <a:extLst>
              <a:ext uri="{FF2B5EF4-FFF2-40B4-BE49-F238E27FC236}">
                <a16:creationId xmlns:a16="http://schemas.microsoft.com/office/drawing/2014/main" id="{DA610A22-F246-047D-69AB-367BB14542C6}"/>
              </a:ext>
            </a:extLst>
          </p:cNvPr>
          <p:cNvSpPr>
            <a:spLocks noGrp="1"/>
          </p:cNvSpPr>
          <p:nvPr>
            <p:ph idx="1"/>
          </p:nvPr>
        </p:nvSpPr>
        <p:spPr/>
        <p:txBody>
          <a:bodyPr/>
          <a:lstStyle/>
          <a:p>
            <a:r>
              <a:rPr lang="en-US" dirty="0"/>
              <a:t>The basic idea is to clone the homepage of bookMyShow.com in the light mode and check for the design in dark-mode.</a:t>
            </a:r>
          </a:p>
          <a:p>
            <a:r>
              <a:rPr lang="en-US" dirty="0"/>
              <a:t>After the design is finalize add the CSS to the dark-mode.</a:t>
            </a:r>
          </a:p>
          <a:p>
            <a:r>
              <a:rPr lang="en-US" dirty="0"/>
              <a:t>Add the toggle button to header which will help user to switch from light-mode to dark-mode.</a:t>
            </a:r>
          </a:p>
          <a:p>
            <a:r>
              <a:rPr lang="en-US" dirty="0"/>
              <a:t>This will ensure that end-user will get user experience as per his/her choice and the end user will be satisfied.</a:t>
            </a:r>
            <a:endParaRPr lang="en-IN" dirty="0"/>
          </a:p>
        </p:txBody>
      </p:sp>
    </p:spTree>
    <p:extLst>
      <p:ext uri="{BB962C8B-B14F-4D97-AF65-F5344CB8AC3E}">
        <p14:creationId xmlns:p14="http://schemas.microsoft.com/office/powerpoint/2010/main" val="1683596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062E3-627D-A3D8-2E13-BCDCC259261F}"/>
              </a:ext>
            </a:extLst>
          </p:cNvPr>
          <p:cNvSpPr>
            <a:spLocks noGrp="1"/>
          </p:cNvSpPr>
          <p:nvPr>
            <p:ph type="title"/>
          </p:nvPr>
        </p:nvSpPr>
        <p:spPr/>
        <p:txBody>
          <a:bodyPr/>
          <a:lstStyle/>
          <a:p>
            <a:r>
              <a:rPr lang="en-US" dirty="0"/>
              <a:t>The wow in your solution</a:t>
            </a:r>
            <a:endParaRPr lang="en-IN" dirty="0"/>
          </a:p>
        </p:txBody>
      </p:sp>
      <p:sp>
        <p:nvSpPr>
          <p:cNvPr id="3" name="Content Placeholder 2">
            <a:extLst>
              <a:ext uri="{FF2B5EF4-FFF2-40B4-BE49-F238E27FC236}">
                <a16:creationId xmlns:a16="http://schemas.microsoft.com/office/drawing/2014/main" id="{15C0C95C-41DD-DC3B-8D59-0C2AEAC57B17}"/>
              </a:ext>
            </a:extLst>
          </p:cNvPr>
          <p:cNvSpPr>
            <a:spLocks noGrp="1"/>
          </p:cNvSpPr>
          <p:nvPr>
            <p:ph idx="1"/>
          </p:nvPr>
        </p:nvSpPr>
        <p:spPr/>
        <p:txBody>
          <a:bodyPr/>
          <a:lstStyle/>
          <a:p>
            <a:r>
              <a:rPr lang="en-US" dirty="0"/>
              <a:t>Adding a toggle button will ensure that end-user will get user experience as per his/her choice and the end user will be satisfied.</a:t>
            </a:r>
            <a:endParaRPr lang="en-IN" dirty="0"/>
          </a:p>
          <a:p>
            <a:endParaRPr lang="en-IN" dirty="0"/>
          </a:p>
        </p:txBody>
      </p:sp>
    </p:spTree>
    <p:extLst>
      <p:ext uri="{BB962C8B-B14F-4D97-AF65-F5344CB8AC3E}">
        <p14:creationId xmlns:p14="http://schemas.microsoft.com/office/powerpoint/2010/main" val="2458629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B79FB-1403-5BB7-A741-EDBCEE31C16C}"/>
              </a:ext>
            </a:extLst>
          </p:cNvPr>
          <p:cNvSpPr>
            <a:spLocks noGrp="1"/>
          </p:cNvSpPr>
          <p:nvPr>
            <p:ph type="title"/>
          </p:nvPr>
        </p:nvSpPr>
        <p:spPr>
          <a:xfrm>
            <a:off x="762000" y="1550894"/>
            <a:ext cx="2348753" cy="932330"/>
          </a:xfrm>
        </p:spPr>
        <p:txBody>
          <a:bodyPr>
            <a:normAutofit/>
          </a:bodyPr>
          <a:lstStyle/>
          <a:p>
            <a:r>
              <a:rPr lang="en-US" dirty="0"/>
              <a:t>Modeling</a:t>
            </a:r>
            <a:endParaRPr lang="en-IN" dirty="0"/>
          </a:p>
        </p:txBody>
      </p:sp>
      <p:pic>
        <p:nvPicPr>
          <p:cNvPr id="5" name="Content Placeholder 4">
            <a:extLst>
              <a:ext uri="{FF2B5EF4-FFF2-40B4-BE49-F238E27FC236}">
                <a16:creationId xmlns:a16="http://schemas.microsoft.com/office/drawing/2014/main" id="{8DF249E8-62A8-15FF-EDE3-2D8B79387C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2470" y="-1"/>
            <a:ext cx="6320117" cy="6858001"/>
          </a:xfrm>
        </p:spPr>
      </p:pic>
    </p:spTree>
    <p:extLst>
      <p:ext uri="{BB962C8B-B14F-4D97-AF65-F5344CB8AC3E}">
        <p14:creationId xmlns:p14="http://schemas.microsoft.com/office/powerpoint/2010/main" val="754488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1CEBE-864F-5CF9-7B07-11706EA30ECD}"/>
              </a:ext>
            </a:extLst>
          </p:cNvPr>
          <p:cNvSpPr>
            <a:spLocks noGrp="1"/>
          </p:cNvSpPr>
          <p:nvPr>
            <p:ph type="title"/>
          </p:nvPr>
        </p:nvSpPr>
        <p:spPr>
          <a:xfrm>
            <a:off x="1264024" y="528919"/>
            <a:ext cx="9632574" cy="941294"/>
          </a:xfrm>
        </p:spPr>
        <p:txBody>
          <a:bodyPr/>
          <a:lstStyle/>
          <a:p>
            <a:r>
              <a:rPr lang="en-US" dirty="0"/>
              <a:t>Result</a:t>
            </a:r>
            <a:endParaRPr lang="en-IN" dirty="0"/>
          </a:p>
        </p:txBody>
      </p:sp>
      <p:pic>
        <p:nvPicPr>
          <p:cNvPr id="5" name="Content Placeholder 4">
            <a:extLst>
              <a:ext uri="{FF2B5EF4-FFF2-40B4-BE49-F238E27FC236}">
                <a16:creationId xmlns:a16="http://schemas.microsoft.com/office/drawing/2014/main" id="{B2EBE9B7-7576-E4AC-3AEC-05765B21D3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5413" y="1470213"/>
            <a:ext cx="10049434" cy="4518211"/>
          </a:xfrm>
        </p:spPr>
      </p:pic>
    </p:spTree>
    <p:extLst>
      <p:ext uri="{BB962C8B-B14F-4D97-AF65-F5344CB8AC3E}">
        <p14:creationId xmlns:p14="http://schemas.microsoft.com/office/powerpoint/2010/main" val="4156081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1E7B-95F9-250E-30FB-D1488EC44AF9}"/>
              </a:ext>
            </a:extLst>
          </p:cNvPr>
          <p:cNvSpPr>
            <a:spLocks noGrp="1"/>
          </p:cNvSpPr>
          <p:nvPr>
            <p:ph type="title"/>
          </p:nvPr>
        </p:nvSpPr>
        <p:spPr>
          <a:xfrm>
            <a:off x="1295402" y="564777"/>
            <a:ext cx="9601196" cy="663388"/>
          </a:xfrm>
        </p:spPr>
        <p:txBody>
          <a:bodyPr>
            <a:normAutofit fontScale="90000"/>
          </a:bodyPr>
          <a:lstStyle/>
          <a:p>
            <a:r>
              <a:rPr lang="en-IN" dirty="0"/>
              <a:t>Result</a:t>
            </a:r>
          </a:p>
        </p:txBody>
      </p:sp>
      <p:pic>
        <p:nvPicPr>
          <p:cNvPr id="5" name="Content Placeholder 4">
            <a:extLst>
              <a:ext uri="{FF2B5EF4-FFF2-40B4-BE49-F238E27FC236}">
                <a16:creationId xmlns:a16="http://schemas.microsoft.com/office/drawing/2014/main" id="{A1F45333-1061-C8D3-F585-1A9A0DE1BD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4828" y="1228165"/>
            <a:ext cx="11004466" cy="4840941"/>
          </a:xfrm>
        </p:spPr>
      </p:pic>
    </p:spTree>
    <p:extLst>
      <p:ext uri="{BB962C8B-B14F-4D97-AF65-F5344CB8AC3E}">
        <p14:creationId xmlns:p14="http://schemas.microsoft.com/office/powerpoint/2010/main" val="1829034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B0F5C-1579-2ACC-1806-C3A6A216C648}"/>
              </a:ext>
            </a:extLst>
          </p:cNvPr>
          <p:cNvSpPr>
            <a:spLocks noGrp="1"/>
          </p:cNvSpPr>
          <p:nvPr>
            <p:ph type="title"/>
          </p:nvPr>
        </p:nvSpPr>
        <p:spPr/>
        <p:txBody>
          <a:bodyPr/>
          <a:lstStyle/>
          <a:p>
            <a:r>
              <a:rPr lang="en-IN" dirty="0"/>
              <a:t>Result</a:t>
            </a:r>
          </a:p>
        </p:txBody>
      </p:sp>
      <p:sp>
        <p:nvSpPr>
          <p:cNvPr id="3" name="Content Placeholder 2">
            <a:extLst>
              <a:ext uri="{FF2B5EF4-FFF2-40B4-BE49-F238E27FC236}">
                <a16:creationId xmlns:a16="http://schemas.microsoft.com/office/drawing/2014/main" id="{C0317240-5490-7581-2AC0-A41DB29F39FD}"/>
              </a:ext>
            </a:extLst>
          </p:cNvPr>
          <p:cNvSpPr>
            <a:spLocks noGrp="1"/>
          </p:cNvSpPr>
          <p:nvPr>
            <p:ph idx="1"/>
          </p:nvPr>
        </p:nvSpPr>
        <p:spPr/>
        <p:txBody>
          <a:bodyPr/>
          <a:lstStyle/>
          <a:p>
            <a:r>
              <a:rPr lang="en-IN" b="1" i="0" u="none" strike="noStrike" dirty="0">
                <a:effectLst/>
                <a:latin typeface="-apple-system"/>
                <a:hlinkClick r:id="rId2"/>
              </a:rPr>
              <a:t>https://saad3052.github.io/Saad3052-Clone-BookMyShow-Homepage-in-Dark-Mode-using-Html-CSS/</a:t>
            </a:r>
            <a:endParaRPr lang="en-IN" dirty="0"/>
          </a:p>
        </p:txBody>
      </p:sp>
    </p:spTree>
    <p:extLst>
      <p:ext uri="{BB962C8B-B14F-4D97-AF65-F5344CB8AC3E}">
        <p14:creationId xmlns:p14="http://schemas.microsoft.com/office/powerpoint/2010/main" val="194921084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106</TotalTime>
  <Words>461</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-apple-system</vt:lpstr>
      <vt:lpstr>Arial</vt:lpstr>
      <vt:lpstr>Calibri</vt:lpstr>
      <vt:lpstr>Garamond</vt:lpstr>
      <vt:lpstr>Garamond (Body)</vt:lpstr>
      <vt:lpstr>Söhne</vt:lpstr>
      <vt:lpstr>Organic</vt:lpstr>
      <vt:lpstr>Moh Saad Mulla</vt:lpstr>
      <vt:lpstr>PowerPoint Presentation</vt:lpstr>
      <vt:lpstr>Agenda</vt:lpstr>
      <vt:lpstr>Problem Statement</vt:lpstr>
      <vt:lpstr>Project Overview</vt:lpstr>
      <vt:lpstr>Who are the End Users?</vt:lpstr>
      <vt:lpstr>Your Solution and its value proposition</vt:lpstr>
      <vt:lpstr>The wow in your solution</vt:lpstr>
      <vt:lpstr>Modeling</vt:lpstr>
      <vt:lpstr>Result</vt:lpstr>
      <vt:lpstr>Result</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Moh Saad Mulla</dc:title>
  <dc:creator>Saad Mulla</dc:creator>
  <cp:lastModifiedBy>Saad Mulla</cp:lastModifiedBy>
  <cp:revision>6</cp:revision>
  <dcterms:created xsi:type="dcterms:W3CDTF">2023-03-01T13:31:03Z</dcterms:created>
  <dcterms:modified xsi:type="dcterms:W3CDTF">2023-03-02T17:15:56Z</dcterms:modified>
</cp:coreProperties>
</file>